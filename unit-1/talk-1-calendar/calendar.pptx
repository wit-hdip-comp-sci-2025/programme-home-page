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2"/>
    <p:sldId id="258" r:id="rId3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0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0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0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0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0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0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0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0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0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60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2D0928C-81A3-4E5B-AE65-706CB35C5086}" v="2" dt="2026-09-01T15:00:32.697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536773"/>
              </a:solidFill>
              <a:prstDash val="solid"/>
              <a:miter lim="400000"/>
            </a:ln>
          </a:left>
          <a:right>
            <a:ln w="3175" cap="flat">
              <a:solidFill>
                <a:srgbClr val="536773"/>
              </a:solidFill>
              <a:prstDash val="solid"/>
              <a:miter lim="400000"/>
            </a:ln>
          </a:right>
          <a:top>
            <a:ln w="3175" cap="flat">
              <a:solidFill>
                <a:srgbClr val="536773"/>
              </a:solidFill>
              <a:prstDash val="solid"/>
              <a:miter lim="400000"/>
            </a:ln>
          </a:top>
          <a:bottom>
            <a:ln w="3175" cap="flat">
              <a:solidFill>
                <a:srgbClr val="536773"/>
              </a:solidFill>
              <a:prstDash val="solid"/>
              <a:miter lim="400000"/>
            </a:ln>
          </a:bottom>
          <a:insideH>
            <a:ln w="3175" cap="flat">
              <a:solidFill>
                <a:srgbClr val="536773"/>
              </a:solidFill>
              <a:prstDash val="solid"/>
              <a:miter lim="400000"/>
            </a:ln>
          </a:insideH>
          <a:insideV>
            <a:ln w="3175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536773"/>
              </a:solidFill>
              <a:prstDash val="solid"/>
              <a:miter lim="400000"/>
            </a:ln>
          </a:top>
          <a:bottom>
            <a:ln w="3175" cap="flat">
              <a:solidFill>
                <a:srgbClr val="536773"/>
              </a:solidFill>
              <a:prstDash val="solid"/>
              <a:miter lim="400000"/>
            </a:ln>
          </a:bottom>
          <a:insideH>
            <a:ln w="3175" cap="flat">
              <a:solidFill>
                <a:srgbClr val="536773"/>
              </a:solidFill>
              <a:prstDash val="solid"/>
              <a:miter lim="400000"/>
            </a:ln>
          </a:insideH>
          <a:insideV>
            <a:ln w="3175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536773"/>
              </a:solidFill>
              <a:prstDash val="solid"/>
              <a:miter lim="400000"/>
            </a:ln>
          </a:left>
          <a:right>
            <a:ln w="3175" cap="flat">
              <a:solidFill>
                <a:srgbClr val="536773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536773"/>
              </a:solidFill>
              <a:prstDash val="solid"/>
              <a:miter lim="400000"/>
            </a:ln>
          </a:insideH>
          <a:insideV>
            <a:ln w="3175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536773"/>
              </a:solidFill>
              <a:prstDash val="solid"/>
              <a:miter lim="400000"/>
            </a:ln>
          </a:left>
          <a:right>
            <a:ln w="3175" cap="flat">
              <a:solidFill>
                <a:srgbClr val="536773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536773"/>
              </a:solidFill>
              <a:prstDash val="solid"/>
              <a:miter lim="400000"/>
            </a:ln>
          </a:insideH>
          <a:insideV>
            <a:ln w="3175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838383"/>
              </a:solidFill>
              <a:prstDash val="solid"/>
              <a:miter lim="400000"/>
            </a:ln>
          </a:left>
          <a:right>
            <a:ln w="3175" cap="flat">
              <a:solidFill>
                <a:srgbClr val="838383"/>
              </a:solidFill>
              <a:prstDash val="solid"/>
              <a:miter lim="400000"/>
            </a:ln>
          </a:right>
          <a:top>
            <a:ln w="3175" cap="flat">
              <a:solidFill>
                <a:srgbClr val="838383"/>
              </a:solidFill>
              <a:prstDash val="solid"/>
              <a:miter lim="400000"/>
            </a:ln>
          </a:top>
          <a:bottom>
            <a:ln w="3175" cap="flat">
              <a:solidFill>
                <a:srgbClr val="838383"/>
              </a:solidFill>
              <a:prstDash val="solid"/>
              <a:miter lim="400000"/>
            </a:ln>
          </a:bottom>
          <a:insideH>
            <a:ln w="3175" cap="flat">
              <a:solidFill>
                <a:srgbClr val="838383"/>
              </a:solidFill>
              <a:prstDash val="solid"/>
              <a:miter lim="400000"/>
            </a:ln>
          </a:insideH>
          <a:insideV>
            <a:ln w="3175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3175" cap="flat">
              <a:solidFill>
                <a:srgbClr val="4D4D4D"/>
              </a:solidFill>
              <a:prstDash val="solid"/>
              <a:miter lim="400000"/>
            </a:ln>
          </a:left>
          <a:right>
            <a:ln w="3175" cap="flat">
              <a:solidFill>
                <a:srgbClr val="808080"/>
              </a:solidFill>
              <a:prstDash val="solid"/>
              <a:miter lim="400000"/>
            </a:ln>
          </a:right>
          <a:top>
            <a:ln w="3175" cap="flat">
              <a:solidFill>
                <a:srgbClr val="808080"/>
              </a:solidFill>
              <a:prstDash val="solid"/>
              <a:miter lim="400000"/>
            </a:ln>
          </a:top>
          <a:bottom>
            <a:ln w="3175" cap="flat">
              <a:solidFill>
                <a:srgbClr val="808080"/>
              </a:solidFill>
              <a:prstDash val="solid"/>
              <a:miter lim="400000"/>
            </a:ln>
          </a:bottom>
          <a:insideH>
            <a:ln w="3175" cap="flat">
              <a:solidFill>
                <a:srgbClr val="808080"/>
              </a:solidFill>
              <a:prstDash val="solid"/>
              <a:miter lim="400000"/>
            </a:ln>
          </a:insideH>
          <a:insideV>
            <a:ln w="3175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chemeClr val="accent3"/>
              </a:solidFill>
              <a:prstDash val="solid"/>
              <a:miter lim="400000"/>
            </a:ln>
          </a:top>
          <a:bottom>
            <a:ln w="3175" cap="flat">
              <a:solidFill>
                <a:srgbClr val="4D4D4D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3175" cap="flat">
              <a:solidFill>
                <a:srgbClr val="4D4D4D"/>
              </a:solidFill>
              <a:prstDash val="solid"/>
              <a:miter lim="400000"/>
            </a:ln>
          </a:left>
          <a:right>
            <a:ln w="3175" cap="flat">
              <a:solidFill>
                <a:srgbClr val="4D4D4D"/>
              </a:solidFill>
              <a:prstDash val="solid"/>
              <a:miter lim="400000"/>
            </a:ln>
          </a:right>
          <a:top>
            <a:ln w="3175" cap="flat">
              <a:solidFill>
                <a:srgbClr val="4D4D4D"/>
              </a:solidFill>
              <a:prstDash val="solid"/>
              <a:miter lim="400000"/>
            </a:ln>
          </a:top>
          <a:bottom>
            <a:ln w="3175" cap="flat">
              <a:solidFill>
                <a:srgbClr val="4D4D4D"/>
              </a:solidFill>
              <a:prstDash val="solid"/>
              <a:miter lim="400000"/>
            </a:ln>
          </a:bottom>
          <a:insideH>
            <a:ln w="3175" cap="flat">
              <a:solidFill>
                <a:srgbClr val="4D4D4D"/>
              </a:solidFill>
              <a:prstDash val="solid"/>
              <a:miter lim="400000"/>
            </a:ln>
          </a:insideH>
          <a:insideV>
            <a:ln w="3175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5B5A5A"/>
              </a:solidFill>
              <a:prstDash val="solid"/>
              <a:miter lim="400000"/>
            </a:ln>
          </a:left>
          <a:right>
            <a:ln w="3175" cap="flat">
              <a:solidFill>
                <a:srgbClr val="5B5A5A"/>
              </a:solidFill>
              <a:prstDash val="solid"/>
              <a:miter lim="400000"/>
            </a:ln>
          </a:right>
          <a:top>
            <a:ln w="3175" cap="flat">
              <a:solidFill>
                <a:srgbClr val="5B5A5A"/>
              </a:solidFill>
              <a:prstDash val="solid"/>
              <a:miter lim="400000"/>
            </a:ln>
          </a:top>
          <a:bottom>
            <a:ln w="3175" cap="flat">
              <a:solidFill>
                <a:srgbClr val="5B5A5A"/>
              </a:solidFill>
              <a:prstDash val="solid"/>
              <a:miter lim="400000"/>
            </a:ln>
          </a:bottom>
          <a:insideH>
            <a:ln w="3175" cap="flat">
              <a:solidFill>
                <a:srgbClr val="5B5A5A"/>
              </a:solidFill>
              <a:prstDash val="solid"/>
              <a:miter lim="400000"/>
            </a:ln>
          </a:insideH>
          <a:insideV>
            <a:ln w="3175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3175" cap="flat">
              <a:solidFill>
                <a:srgbClr val="5B5A5A"/>
              </a:solidFill>
              <a:prstDash val="solid"/>
              <a:miter lim="400000"/>
            </a:ln>
          </a:left>
          <a:right>
            <a:ln w="3175" cap="flat">
              <a:solidFill>
                <a:srgbClr val="5B5A5A"/>
              </a:solidFill>
              <a:prstDash val="solid"/>
              <a:miter lim="400000"/>
            </a:ln>
          </a:right>
          <a:top>
            <a:ln w="3175" cap="flat">
              <a:solidFill>
                <a:srgbClr val="5B5A5A"/>
              </a:solidFill>
              <a:prstDash val="solid"/>
              <a:miter lim="400000"/>
            </a:ln>
          </a:top>
          <a:bottom>
            <a:ln w="3175" cap="flat">
              <a:solidFill>
                <a:srgbClr val="5B5A5A"/>
              </a:solidFill>
              <a:prstDash val="solid"/>
              <a:miter lim="400000"/>
            </a:ln>
          </a:bottom>
          <a:insideH>
            <a:ln w="3175" cap="flat">
              <a:solidFill>
                <a:srgbClr val="5B5A5A"/>
              </a:solidFill>
              <a:prstDash val="solid"/>
              <a:miter lim="400000"/>
            </a:ln>
          </a:insideH>
          <a:insideV>
            <a:ln w="3175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3175" cap="flat">
              <a:solidFill>
                <a:srgbClr val="5B5A5A"/>
              </a:solidFill>
              <a:prstDash val="solid"/>
              <a:miter lim="400000"/>
            </a:ln>
          </a:left>
          <a:right>
            <a:ln w="3175" cap="flat">
              <a:solidFill>
                <a:srgbClr val="5B5A5A"/>
              </a:solidFill>
              <a:prstDash val="solid"/>
              <a:miter lim="400000"/>
            </a:ln>
          </a:right>
          <a:top>
            <a:ln w="3175" cap="flat">
              <a:solidFill>
                <a:srgbClr val="F8BA00"/>
              </a:solidFill>
              <a:prstDash val="solid"/>
              <a:miter lim="400000"/>
            </a:ln>
          </a:top>
          <a:bottom>
            <a:ln w="3175" cap="flat">
              <a:solidFill>
                <a:srgbClr val="5B5A5A"/>
              </a:solidFill>
              <a:prstDash val="solid"/>
              <a:miter lim="400000"/>
            </a:ln>
          </a:bottom>
          <a:insideH>
            <a:ln w="3175" cap="flat">
              <a:solidFill>
                <a:srgbClr val="5B5A5A"/>
              </a:solidFill>
              <a:prstDash val="solid"/>
              <a:miter lim="400000"/>
            </a:ln>
          </a:insideH>
          <a:insideV>
            <a:ln w="3175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3175" cap="flat">
              <a:solidFill>
                <a:srgbClr val="5B5A5A"/>
              </a:solidFill>
              <a:prstDash val="solid"/>
              <a:miter lim="400000"/>
            </a:ln>
          </a:left>
          <a:right>
            <a:ln w="3175" cap="flat">
              <a:solidFill>
                <a:srgbClr val="5B5A5A"/>
              </a:solidFill>
              <a:prstDash val="solid"/>
              <a:miter lim="400000"/>
            </a:ln>
          </a:right>
          <a:top>
            <a:ln w="3175" cap="flat">
              <a:solidFill>
                <a:srgbClr val="5B5A5A"/>
              </a:solidFill>
              <a:prstDash val="solid"/>
              <a:miter lim="400000"/>
            </a:ln>
          </a:top>
          <a:bottom>
            <a:ln w="3175" cap="flat">
              <a:solidFill>
                <a:srgbClr val="5B5A5A"/>
              </a:solidFill>
              <a:prstDash val="solid"/>
              <a:miter lim="400000"/>
            </a:ln>
          </a:bottom>
          <a:insideH>
            <a:ln w="3175" cap="flat">
              <a:solidFill>
                <a:srgbClr val="5B5A5A"/>
              </a:solidFill>
              <a:prstDash val="solid"/>
              <a:miter lim="400000"/>
            </a:ln>
          </a:insideH>
          <a:insideV>
            <a:ln w="3175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464646"/>
              </a:solidFill>
              <a:prstDash val="solid"/>
              <a:miter lim="400000"/>
            </a:ln>
          </a:left>
          <a:right>
            <a:ln w="3175" cap="flat">
              <a:solidFill>
                <a:srgbClr val="464646"/>
              </a:solidFill>
              <a:prstDash val="solid"/>
              <a:miter lim="400000"/>
            </a:ln>
          </a:right>
          <a:top>
            <a:ln w="3175" cap="flat">
              <a:solidFill>
                <a:srgbClr val="464646"/>
              </a:solidFill>
              <a:prstDash val="solid"/>
              <a:miter lim="400000"/>
            </a:ln>
          </a:top>
          <a:bottom>
            <a:ln w="3175" cap="flat">
              <a:solidFill>
                <a:srgbClr val="464646"/>
              </a:solidFill>
              <a:prstDash val="solid"/>
              <a:miter lim="400000"/>
            </a:ln>
          </a:bottom>
          <a:insideH>
            <a:ln w="3175" cap="flat">
              <a:solidFill>
                <a:srgbClr val="464646"/>
              </a:solidFill>
              <a:prstDash val="solid"/>
              <a:miter lim="400000"/>
            </a:ln>
          </a:insideH>
          <a:insideV>
            <a:ln w="3175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3175" cap="flat">
              <a:solidFill>
                <a:srgbClr val="5E5E5E"/>
              </a:solidFill>
              <a:prstDash val="solid"/>
              <a:miter lim="400000"/>
            </a:ln>
          </a:left>
          <a:right>
            <a:ln w="3175" cap="flat">
              <a:solidFill>
                <a:srgbClr val="A6AAA9"/>
              </a:solidFill>
              <a:prstDash val="solid"/>
              <a:miter lim="400000"/>
            </a:ln>
          </a:right>
          <a:top>
            <a:ln w="3175" cap="flat">
              <a:solidFill>
                <a:srgbClr val="C3C3C3"/>
              </a:solidFill>
              <a:prstDash val="solid"/>
              <a:miter lim="400000"/>
            </a:ln>
          </a:top>
          <a:bottom>
            <a:ln w="3175" cap="flat">
              <a:solidFill>
                <a:srgbClr val="C3C3C3"/>
              </a:solidFill>
              <a:prstDash val="solid"/>
              <a:miter lim="400000"/>
            </a:ln>
          </a:bottom>
          <a:insideH>
            <a:ln w="3175" cap="flat">
              <a:solidFill>
                <a:srgbClr val="C3C3C3"/>
              </a:solidFill>
              <a:prstDash val="solid"/>
              <a:miter lim="400000"/>
            </a:ln>
          </a:insideH>
          <a:insideV>
            <a:ln w="3175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5E5E5E"/>
              </a:solidFill>
              <a:prstDash val="solid"/>
              <a:miter lim="400000"/>
            </a:ln>
          </a:left>
          <a:right>
            <a:ln w="3175" cap="flat">
              <a:solidFill>
                <a:srgbClr val="5E5E5E"/>
              </a:solidFill>
              <a:prstDash val="solid"/>
              <a:miter lim="400000"/>
            </a:ln>
          </a:right>
          <a:top>
            <a:ln w="3175" cap="flat">
              <a:solidFill>
                <a:srgbClr val="CB297B"/>
              </a:solidFill>
              <a:prstDash val="solid"/>
              <a:miter lim="400000"/>
            </a:ln>
          </a:top>
          <a:bottom>
            <a:ln w="3175" cap="flat">
              <a:solidFill>
                <a:srgbClr val="5E5E5E"/>
              </a:solidFill>
              <a:prstDash val="solid"/>
              <a:miter lim="400000"/>
            </a:ln>
          </a:bottom>
          <a:insideH>
            <a:ln w="3175" cap="flat">
              <a:solidFill>
                <a:srgbClr val="5E5E5E"/>
              </a:solidFill>
              <a:prstDash val="solid"/>
              <a:miter lim="400000"/>
            </a:ln>
          </a:insideH>
          <a:insideV>
            <a:ln w="3175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3175" cap="flat">
              <a:solidFill>
                <a:srgbClr val="A6AAA9"/>
              </a:solidFill>
              <a:prstDash val="solid"/>
              <a:miter lim="400000"/>
            </a:ln>
          </a:left>
          <a:right>
            <a:ln w="3175" cap="flat">
              <a:solidFill>
                <a:srgbClr val="A6AAA9"/>
              </a:solidFill>
              <a:prstDash val="solid"/>
              <a:miter lim="400000"/>
            </a:ln>
          </a:right>
          <a:top>
            <a:ln w="3175" cap="flat">
              <a:solidFill>
                <a:srgbClr val="5E5E5E"/>
              </a:solidFill>
              <a:prstDash val="solid"/>
              <a:miter lim="400000"/>
            </a:ln>
          </a:top>
          <a:bottom>
            <a:ln w="3175" cap="flat">
              <a:solidFill>
                <a:srgbClr val="A6AAA9"/>
              </a:solidFill>
              <a:prstDash val="solid"/>
              <a:miter lim="400000"/>
            </a:ln>
          </a:bottom>
          <a:insideH>
            <a:ln w="3175" cap="flat">
              <a:solidFill>
                <a:srgbClr val="A6AAA9"/>
              </a:solidFill>
              <a:prstDash val="solid"/>
              <a:miter lim="400000"/>
            </a:ln>
          </a:insideH>
          <a:insideV>
            <a:ln w="3175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6C6C6C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6C6C6C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6C6C6C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/>
    <p:restoredTop sz="94694"/>
  </p:normalViewPr>
  <p:slideViewPr>
    <p:cSldViewPr snapToGrid="0">
      <p:cViewPr varScale="1">
        <p:scale>
          <a:sx n="52" d="100"/>
          <a:sy n="52" d="100"/>
        </p:scale>
        <p:origin x="132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k Walsh" userId="f619e97340dcf560" providerId="LiveId" clId="{17D66B2A-DEBF-49A7-BB5F-0CB6FFCA4C00}"/>
    <pc:docChg chg="custSel modSld">
      <pc:chgData name="Frank Walsh" userId="f619e97340dcf560" providerId="LiveId" clId="{17D66B2A-DEBF-49A7-BB5F-0CB6FFCA4C00}" dt="2026-09-01T15:03:55.267" v="38" actId="14100"/>
      <pc:docMkLst>
        <pc:docMk/>
      </pc:docMkLst>
      <pc:sldChg chg="addSp delSp modSp mod">
        <pc:chgData name="Frank Walsh" userId="f619e97340dcf560" providerId="LiveId" clId="{17D66B2A-DEBF-49A7-BB5F-0CB6FFCA4C00}" dt="2026-09-01T15:01:56.316" v="34" actId="1076"/>
        <pc:sldMkLst>
          <pc:docMk/>
          <pc:sldMk cId="0" sldId="256"/>
        </pc:sldMkLst>
        <pc:spChg chg="mod">
          <ac:chgData name="Frank Walsh" userId="f619e97340dcf560" providerId="LiveId" clId="{17D66B2A-DEBF-49A7-BB5F-0CB6FFCA4C00}" dt="2026-09-01T13:16:09.167" v="1" actId="20577"/>
          <ac:spMkLst>
            <pc:docMk/>
            <pc:sldMk cId="0" sldId="256"/>
            <ac:spMk id="161" creationId="{00000000-0000-0000-0000-000000000000}"/>
          </ac:spMkLst>
        </pc:spChg>
        <pc:spChg chg="mod ord">
          <ac:chgData name="Frank Walsh" userId="f619e97340dcf560" providerId="LiveId" clId="{17D66B2A-DEBF-49A7-BB5F-0CB6FFCA4C00}" dt="2026-09-01T15:01:30.571" v="32" actId="14100"/>
          <ac:spMkLst>
            <pc:docMk/>
            <pc:sldMk cId="0" sldId="256"/>
            <ac:spMk id="168" creationId="{00000000-0000-0000-0000-000000000000}"/>
          </ac:spMkLst>
        </pc:spChg>
        <pc:picChg chg="add mod">
          <ac:chgData name="Frank Walsh" userId="f619e97340dcf560" providerId="LiveId" clId="{17D66B2A-DEBF-49A7-BB5F-0CB6FFCA4C00}" dt="2026-09-01T14:59:37.900" v="11" actId="1076"/>
          <ac:picMkLst>
            <pc:docMk/>
            <pc:sldMk cId="0" sldId="256"/>
            <ac:picMk id="3" creationId="{EE3B69BD-ADDE-752C-6E03-4216834A2D4F}"/>
          </ac:picMkLst>
        </pc:picChg>
        <pc:picChg chg="add mod">
          <ac:chgData name="Frank Walsh" userId="f619e97340dcf560" providerId="LiveId" clId="{17D66B2A-DEBF-49A7-BB5F-0CB6FFCA4C00}" dt="2026-09-01T15:00:23.315" v="18" actId="1076"/>
          <ac:picMkLst>
            <pc:docMk/>
            <pc:sldMk cId="0" sldId="256"/>
            <ac:picMk id="4" creationId="{185A718F-CACB-D288-ACF9-A69EA185E082}"/>
          </ac:picMkLst>
        </pc:picChg>
        <pc:picChg chg="del">
          <ac:chgData name="Frank Walsh" userId="f619e97340dcf560" providerId="LiveId" clId="{17D66B2A-DEBF-49A7-BB5F-0CB6FFCA4C00}" dt="2026-09-01T14:59:27.385" v="4" actId="478"/>
          <ac:picMkLst>
            <pc:docMk/>
            <pc:sldMk cId="0" sldId="256"/>
            <ac:picMk id="5" creationId="{DBC9DE99-FC88-3F0E-2E0C-2E4AA08DF875}"/>
          </ac:picMkLst>
        </pc:picChg>
        <pc:picChg chg="add mod">
          <ac:chgData name="Frank Walsh" userId="f619e97340dcf560" providerId="LiveId" clId="{17D66B2A-DEBF-49A7-BB5F-0CB6FFCA4C00}" dt="2026-09-01T15:00:37.115" v="22" actId="14100"/>
          <ac:picMkLst>
            <pc:docMk/>
            <pc:sldMk cId="0" sldId="256"/>
            <ac:picMk id="6" creationId="{AEC8ECCA-F364-AD67-6D92-39D252B0D33F}"/>
          </ac:picMkLst>
        </pc:picChg>
        <pc:picChg chg="add mod">
          <ac:chgData name="Frank Walsh" userId="f619e97340dcf560" providerId="LiveId" clId="{17D66B2A-DEBF-49A7-BB5F-0CB6FFCA4C00}" dt="2026-09-01T15:01:14.500" v="26" actId="14100"/>
          <ac:picMkLst>
            <pc:docMk/>
            <pc:sldMk cId="0" sldId="256"/>
            <ac:picMk id="8" creationId="{A11DF2CA-753E-5F80-8A23-CDBD5D81AECB}"/>
          </ac:picMkLst>
        </pc:picChg>
        <pc:picChg chg="del">
          <ac:chgData name="Frank Walsh" userId="f619e97340dcf560" providerId="LiveId" clId="{17D66B2A-DEBF-49A7-BB5F-0CB6FFCA4C00}" dt="2026-09-01T15:01:06.429" v="23" actId="478"/>
          <ac:picMkLst>
            <pc:docMk/>
            <pc:sldMk cId="0" sldId="256"/>
            <ac:picMk id="9" creationId="{5FADD053-71E2-1036-137D-207500287502}"/>
          </ac:picMkLst>
        </pc:picChg>
        <pc:picChg chg="del mod">
          <ac:chgData name="Frank Walsh" userId="f619e97340dcf560" providerId="LiveId" clId="{17D66B2A-DEBF-49A7-BB5F-0CB6FFCA4C00}" dt="2026-09-01T15:01:18.277" v="28" actId="478"/>
          <ac:picMkLst>
            <pc:docMk/>
            <pc:sldMk cId="0" sldId="256"/>
            <ac:picMk id="11" creationId="{D7FCB471-F2D3-09D5-0ED3-674651E47434}"/>
          </ac:picMkLst>
        </pc:picChg>
        <pc:picChg chg="add mod">
          <ac:chgData name="Frank Walsh" userId="f619e97340dcf560" providerId="LiveId" clId="{17D66B2A-DEBF-49A7-BB5F-0CB6FFCA4C00}" dt="2026-09-01T15:01:56.316" v="34" actId="1076"/>
          <ac:picMkLst>
            <pc:docMk/>
            <pc:sldMk cId="0" sldId="256"/>
            <ac:picMk id="13" creationId="{CCF82EC1-AC3E-7211-152F-9430DAD483F5}"/>
          </ac:picMkLst>
        </pc:picChg>
        <pc:picChg chg="del">
          <ac:chgData name="Frank Walsh" userId="f619e97340dcf560" providerId="LiveId" clId="{17D66B2A-DEBF-49A7-BB5F-0CB6FFCA4C00}" dt="2026-09-01T15:00:13.613" v="12" actId="478"/>
          <ac:picMkLst>
            <pc:docMk/>
            <pc:sldMk cId="0" sldId="256"/>
            <ac:picMk id="163" creationId="{00000000-0000-0000-0000-000000000000}"/>
          </ac:picMkLst>
        </pc:picChg>
        <pc:picChg chg="del">
          <ac:chgData name="Frank Walsh" userId="f619e97340dcf560" providerId="LiveId" clId="{17D66B2A-DEBF-49A7-BB5F-0CB6FFCA4C00}" dt="2026-09-01T15:00:31.554" v="19" actId="478"/>
          <ac:picMkLst>
            <pc:docMk/>
            <pc:sldMk cId="0" sldId="256"/>
            <ac:picMk id="164" creationId="{00000000-0000-0000-0000-000000000000}"/>
          </ac:picMkLst>
        </pc:picChg>
      </pc:sldChg>
      <pc:sldChg chg="addSp delSp modSp mod">
        <pc:chgData name="Frank Walsh" userId="f619e97340dcf560" providerId="LiveId" clId="{17D66B2A-DEBF-49A7-BB5F-0CB6FFCA4C00}" dt="2026-09-01T15:03:55.267" v="38" actId="14100"/>
        <pc:sldMkLst>
          <pc:docMk/>
          <pc:sldMk cId="0" sldId="258"/>
        </pc:sldMkLst>
        <pc:picChg chg="add mod">
          <ac:chgData name="Frank Walsh" userId="f619e97340dcf560" providerId="LiveId" clId="{17D66B2A-DEBF-49A7-BB5F-0CB6FFCA4C00}" dt="2026-09-01T15:03:55.267" v="38" actId="14100"/>
          <ac:picMkLst>
            <pc:docMk/>
            <pc:sldMk cId="0" sldId="258"/>
            <ac:picMk id="3" creationId="{8A936532-8B16-239C-F945-8A2DA4B7F7D2}"/>
          </ac:picMkLst>
        </pc:picChg>
        <pc:picChg chg="del mod">
          <ac:chgData name="Frank Walsh" userId="f619e97340dcf560" providerId="LiveId" clId="{17D66B2A-DEBF-49A7-BB5F-0CB6FFCA4C00}" dt="2026-09-01T15:03:46.386" v="35" actId="478"/>
          <ac:picMkLst>
            <pc:docMk/>
            <pc:sldMk cId="0" sldId="258"/>
            <ac:picMk id="179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Shape 15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58" name="Shape 15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8714486" y="8440620"/>
            <a:ext cx="6951764" cy="201545"/>
          </a:xfrm>
          <a:prstGeom prst="rect">
            <a:avLst/>
          </a:prstGeom>
        </p:spPr>
        <p:txBody>
          <a:bodyPr lIns="14466" tIns="14466" rIns="14466" bIns="14466">
            <a:normAutofit/>
          </a:bodyPr>
          <a:lstStyle>
            <a:lvl1pPr marL="0" indent="0" defTabSz="330200">
              <a:spcBef>
                <a:spcPts val="0"/>
              </a:spcBef>
              <a:buSzTx/>
              <a:buNone/>
              <a:defRPr sz="1360" b="1"/>
            </a:lvl1pPr>
          </a:lstStyle>
          <a:p>
            <a:r>
              <a:t>Author and Date</a:t>
            </a:r>
          </a:p>
        </p:txBody>
      </p:sp>
      <p:sp>
        <p:nvSpPr>
          <p:cNvPr id="1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8716118" y="5502829"/>
            <a:ext cx="6951764" cy="1470720"/>
          </a:xfrm>
          <a:prstGeom prst="rect">
            <a:avLst/>
          </a:prstGeom>
        </p:spPr>
        <p:txBody>
          <a:bodyPr lIns="16073" tIns="16073" rIns="16073" bIns="16073">
            <a:normAutofit/>
          </a:bodyPr>
          <a:lstStyle>
            <a:lvl1pPr defTabSz="2438339">
              <a:lnSpc>
                <a:spcPct val="80000"/>
              </a:lnSpc>
              <a:defRPr sz="11400" b="1" spc="-228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Presentation Title</a:t>
            </a: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8714487" y="6973548"/>
            <a:ext cx="6951763" cy="602755"/>
          </a:xfrm>
          <a:prstGeom prst="rect">
            <a:avLst/>
          </a:prstGeom>
        </p:spPr>
        <p:txBody>
          <a:bodyPr lIns="16073" tIns="16073" rIns="16073" bIns="16073">
            <a:normAutofit/>
          </a:bodyPr>
          <a:lstStyle>
            <a:lvl1pPr marL="0" indent="0" defTabSz="825500">
              <a:spcBef>
                <a:spcPts val="0"/>
              </a:spcBef>
              <a:buSzTx/>
              <a:buNone/>
              <a:defRPr sz="5400" b="1"/>
            </a:lvl1pPr>
            <a:lvl2pPr marL="0" indent="457200" defTabSz="825500">
              <a:spcBef>
                <a:spcPts val="0"/>
              </a:spcBef>
              <a:buSzTx/>
              <a:buNone/>
              <a:defRPr sz="5400" b="1"/>
            </a:lvl2pPr>
            <a:lvl3pPr marL="0" indent="914400" defTabSz="825500">
              <a:spcBef>
                <a:spcPts val="0"/>
              </a:spcBef>
              <a:buSzTx/>
              <a:buNone/>
              <a:defRPr sz="5400" b="1"/>
            </a:lvl3pPr>
            <a:lvl4pPr marL="0" indent="1371600" defTabSz="825500">
              <a:spcBef>
                <a:spcPts val="0"/>
              </a:spcBef>
              <a:buSzTx/>
              <a:buNone/>
              <a:defRPr sz="5400" b="1"/>
            </a:lvl4pPr>
            <a:lvl5pPr marL="0" indent="1828800" defTabSz="825500">
              <a:spcBef>
                <a:spcPts val="0"/>
              </a:spcBef>
              <a:buSzTx/>
              <a:buNone/>
              <a:defRPr sz="5400" b="1"/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54619" y="8690464"/>
            <a:ext cx="270807" cy="255059"/>
          </a:xfrm>
          <a:prstGeom prst="rect">
            <a:avLst/>
          </a:prstGeom>
        </p:spPr>
        <p:txBody>
          <a:bodyPr lIns="16073" tIns="16073" rIns="16073" bIns="16073" anchor="b"/>
          <a:lstStyle>
            <a:lvl1pPr algn="ctr" defTabSz="584200">
              <a:defRPr sz="16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666699290_02_crop_3159x1892.jpg"/>
          <p:cNvSpPr>
            <a:spLocks noGrp="1"/>
          </p:cNvSpPr>
          <p:nvPr>
            <p:ph type="pic" sz="quarter" idx="21"/>
          </p:nvPr>
        </p:nvSpPr>
        <p:spPr>
          <a:xfrm>
            <a:off x="7968704" y="4278213"/>
            <a:ext cx="8462666" cy="5068491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2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8716119" y="6942385"/>
            <a:ext cx="6951762" cy="1470721"/>
          </a:xfrm>
          <a:prstGeom prst="rect">
            <a:avLst/>
          </a:prstGeom>
        </p:spPr>
        <p:txBody>
          <a:bodyPr lIns="16073" tIns="16073" rIns="16073" bIns="16073">
            <a:normAutofit/>
          </a:bodyPr>
          <a:lstStyle>
            <a:lvl1pPr defTabSz="2438339">
              <a:lnSpc>
                <a:spcPct val="80000"/>
              </a:lnSpc>
              <a:defRPr sz="11400" b="1" spc="-228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Presentation Title</a:t>
            </a:r>
          </a:p>
        </p:txBody>
      </p:sp>
      <p:sp>
        <p:nvSpPr>
          <p:cNvPr id="23" name="Author and Dat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8716495" y="5038075"/>
            <a:ext cx="6951010" cy="201544"/>
          </a:xfrm>
          <a:prstGeom prst="rect">
            <a:avLst/>
          </a:prstGeom>
        </p:spPr>
        <p:txBody>
          <a:bodyPr lIns="14466" tIns="14466" rIns="14466" bIns="14466">
            <a:normAutofit/>
          </a:bodyPr>
          <a:lstStyle>
            <a:lvl1pPr marL="0" indent="0" defTabSz="330200">
              <a:spcBef>
                <a:spcPts val="0"/>
              </a:spcBef>
              <a:buSzTx/>
              <a:buNone/>
              <a:defRPr sz="1360" b="1"/>
            </a:lvl1pPr>
          </a:lstStyle>
          <a:p>
            <a:r>
              <a:t>Author and Date</a:t>
            </a:r>
          </a:p>
        </p:txBody>
      </p:sp>
      <p:sp>
        <p:nvSpPr>
          <p:cNvPr id="2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8716119" y="8361533"/>
            <a:ext cx="6951762" cy="353411"/>
          </a:xfrm>
          <a:prstGeom prst="rect">
            <a:avLst/>
          </a:prstGeom>
        </p:spPr>
        <p:txBody>
          <a:bodyPr lIns="16073" tIns="16073" rIns="16073" bIns="16073">
            <a:normAutofit/>
          </a:bodyPr>
          <a:lstStyle>
            <a:lvl1pPr marL="0" indent="0" defTabSz="825500">
              <a:spcBef>
                <a:spcPts val="0"/>
              </a:spcBef>
              <a:buSzTx/>
              <a:buNone/>
              <a:defRPr sz="5400" b="1"/>
            </a:lvl1pPr>
            <a:lvl2pPr marL="0" indent="457200" defTabSz="825500">
              <a:spcBef>
                <a:spcPts val="0"/>
              </a:spcBef>
              <a:buSzTx/>
              <a:buNone/>
              <a:defRPr sz="5400" b="1"/>
            </a:lvl2pPr>
            <a:lvl3pPr marL="0" indent="914400" defTabSz="825500">
              <a:spcBef>
                <a:spcPts val="0"/>
              </a:spcBef>
              <a:buSzTx/>
              <a:buNone/>
              <a:defRPr sz="5400" b="1"/>
            </a:lvl3pPr>
            <a:lvl4pPr marL="0" indent="1371600" defTabSz="825500">
              <a:spcBef>
                <a:spcPts val="0"/>
              </a:spcBef>
              <a:buSzTx/>
              <a:buNone/>
              <a:defRPr sz="5400" b="1"/>
            </a:lvl4pPr>
            <a:lvl5pPr marL="0" indent="1828800" defTabSz="825500">
              <a:spcBef>
                <a:spcPts val="0"/>
              </a:spcBef>
              <a:buSzTx/>
              <a:buNone/>
              <a:defRPr sz="5400" b="1"/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54619" y="8690464"/>
            <a:ext cx="270807" cy="255059"/>
          </a:xfrm>
          <a:prstGeom prst="rect">
            <a:avLst/>
          </a:prstGeom>
        </p:spPr>
        <p:txBody>
          <a:bodyPr lIns="16073" tIns="16073" rIns="16073" bIns="16073" anchor="b"/>
          <a:lstStyle>
            <a:lvl1pPr algn="ctr" defTabSz="584200">
              <a:defRPr sz="16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910457886_1434x1669.jpg"/>
          <p:cNvSpPr>
            <a:spLocks noGrp="1"/>
          </p:cNvSpPr>
          <p:nvPr>
            <p:ph type="pic" sz="quarter" idx="21"/>
          </p:nvPr>
        </p:nvSpPr>
        <p:spPr>
          <a:xfrm>
            <a:off x="11806237" y="4623792"/>
            <a:ext cx="3842704" cy="4472435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3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8716119" y="5089921"/>
            <a:ext cx="3094137" cy="1861189"/>
          </a:xfrm>
          <a:prstGeom prst="rect">
            <a:avLst/>
          </a:prstGeom>
        </p:spPr>
        <p:txBody>
          <a:bodyPr lIns="16073" tIns="16073" rIns="16073" bIns="16073">
            <a:normAutofit/>
          </a:bodyPr>
          <a:lstStyle>
            <a:lvl1pPr defTabSz="2438339">
              <a:lnSpc>
                <a:spcPct val="80000"/>
              </a:lnSpc>
              <a:defRPr sz="8200" b="1" spc="-164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Slide Title</a:t>
            </a:r>
          </a:p>
        </p:txBody>
      </p:sp>
      <p:sp>
        <p:nvSpPr>
          <p:cNvPr id="3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8716119" y="6922096"/>
            <a:ext cx="3094137" cy="1703983"/>
          </a:xfrm>
          <a:prstGeom prst="rect">
            <a:avLst/>
          </a:prstGeom>
        </p:spPr>
        <p:txBody>
          <a:bodyPr lIns="16073" tIns="16073" rIns="16073" bIns="16073">
            <a:normAutofit/>
          </a:bodyPr>
          <a:lstStyle>
            <a:lvl1pPr marL="0" indent="0" defTabSz="825500">
              <a:spcBef>
                <a:spcPts val="0"/>
              </a:spcBef>
              <a:buSzTx/>
              <a:buNone/>
              <a:defRPr sz="5400" b="1"/>
            </a:lvl1pPr>
            <a:lvl2pPr marL="0" indent="457200" defTabSz="825500">
              <a:spcBef>
                <a:spcPts val="0"/>
              </a:spcBef>
              <a:buSzTx/>
              <a:buNone/>
              <a:defRPr sz="5400" b="1"/>
            </a:lvl2pPr>
            <a:lvl3pPr marL="0" indent="914400" defTabSz="825500">
              <a:spcBef>
                <a:spcPts val="0"/>
              </a:spcBef>
              <a:buSzTx/>
              <a:buNone/>
              <a:defRPr sz="5400" b="1"/>
            </a:lvl3pPr>
            <a:lvl4pPr marL="0" indent="1371600" defTabSz="825500">
              <a:spcBef>
                <a:spcPts val="0"/>
              </a:spcBef>
              <a:buSzTx/>
              <a:buNone/>
              <a:defRPr sz="5400" b="1"/>
            </a:lvl4pPr>
            <a:lvl5pPr marL="0" indent="1828800" defTabSz="825500">
              <a:spcBef>
                <a:spcPts val="0"/>
              </a:spcBef>
              <a:buSzTx/>
              <a:buNone/>
              <a:defRPr sz="5400" b="1"/>
            </a:lvl5pPr>
          </a:lstStyle>
          <a:p>
            <a:r>
              <a:t>Slide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54619" y="8691804"/>
            <a:ext cx="270807" cy="255058"/>
          </a:xfrm>
          <a:prstGeom prst="rect">
            <a:avLst/>
          </a:prstGeom>
        </p:spPr>
        <p:txBody>
          <a:bodyPr lIns="16073" tIns="16073" rIns="16073" bIns="16073" anchor="b"/>
          <a:lstStyle>
            <a:lvl1pPr algn="ctr" defTabSz="584200">
              <a:defRPr sz="16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8716119" y="5029646"/>
            <a:ext cx="6951762" cy="453463"/>
          </a:xfrm>
          <a:prstGeom prst="rect">
            <a:avLst/>
          </a:prstGeom>
        </p:spPr>
        <p:txBody>
          <a:bodyPr lIns="16073" tIns="16073" rIns="16073" bIns="16073" anchor="t">
            <a:normAutofit/>
          </a:bodyPr>
          <a:lstStyle>
            <a:lvl1pPr defTabSz="2438339">
              <a:lnSpc>
                <a:spcPct val="80000"/>
              </a:lnSpc>
              <a:defRPr sz="8200" b="1" spc="-164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Slide Title</a:t>
            </a:r>
          </a:p>
        </p:txBody>
      </p:sp>
      <p:sp>
        <p:nvSpPr>
          <p:cNvPr id="43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8716119" y="5438905"/>
            <a:ext cx="6951762" cy="295771"/>
          </a:xfrm>
          <a:prstGeom prst="rect">
            <a:avLst/>
          </a:prstGeom>
        </p:spPr>
        <p:txBody>
          <a:bodyPr lIns="14466" tIns="14466" rIns="14466" bIns="14466">
            <a:normAutofit/>
          </a:bodyPr>
          <a:lstStyle>
            <a:lvl1pPr marL="0" indent="0" defTabSz="330200">
              <a:spcBef>
                <a:spcPts val="0"/>
              </a:spcBef>
              <a:buSzTx/>
              <a:buNone/>
              <a:defRPr sz="2160" b="1"/>
            </a:lvl1pPr>
          </a:lstStyle>
          <a:p>
            <a:r>
              <a:t>Slide Subtitle</a:t>
            </a:r>
          </a:p>
        </p:txBody>
      </p:sp>
      <p:sp>
        <p:nvSpPr>
          <p:cNvPr id="4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8716119" y="6032339"/>
            <a:ext cx="6951762" cy="2612254"/>
          </a:xfrm>
          <a:prstGeom prst="rect">
            <a:avLst/>
          </a:prstGeom>
        </p:spPr>
        <p:txBody>
          <a:bodyPr lIns="16073" tIns="16073" rIns="16073" bIns="16073">
            <a:normAutofit/>
          </a:bodyPr>
          <a:lstStyle>
            <a:lvl1pPr marL="558800" indent="-558800" defTabSz="2438339">
              <a:lnSpc>
                <a:spcPct val="90000"/>
              </a:lnSpc>
              <a:spcBef>
                <a:spcPts val="4500"/>
              </a:spcBef>
              <a:buSzPct val="123000"/>
              <a:defRPr sz="4400"/>
            </a:lvl1pPr>
            <a:lvl2pPr marL="1168400" indent="-558800" defTabSz="2438339">
              <a:lnSpc>
                <a:spcPct val="90000"/>
              </a:lnSpc>
              <a:spcBef>
                <a:spcPts val="4500"/>
              </a:spcBef>
              <a:buSzPct val="123000"/>
              <a:defRPr sz="4400"/>
            </a:lvl2pPr>
            <a:lvl3pPr marL="1778000" indent="-558800" defTabSz="2438339">
              <a:lnSpc>
                <a:spcPct val="90000"/>
              </a:lnSpc>
              <a:spcBef>
                <a:spcPts val="4500"/>
              </a:spcBef>
              <a:buSzPct val="123000"/>
              <a:defRPr sz="4400"/>
            </a:lvl3pPr>
            <a:lvl4pPr marL="2387600" indent="-558800" defTabSz="2438339">
              <a:lnSpc>
                <a:spcPct val="90000"/>
              </a:lnSpc>
              <a:spcBef>
                <a:spcPts val="4500"/>
              </a:spcBef>
              <a:buSzPct val="123000"/>
              <a:defRPr sz="4400"/>
            </a:lvl4pPr>
            <a:lvl5pPr marL="2997200" indent="-558800" defTabSz="2438339">
              <a:lnSpc>
                <a:spcPct val="90000"/>
              </a:lnSpc>
              <a:spcBef>
                <a:spcPts val="4500"/>
              </a:spcBef>
              <a:buSzPct val="123000"/>
              <a:defRPr sz="4400"/>
            </a:lvl5pPr>
          </a:lstStyle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54619" y="8690464"/>
            <a:ext cx="270807" cy="255059"/>
          </a:xfrm>
          <a:prstGeom prst="rect">
            <a:avLst/>
          </a:prstGeom>
        </p:spPr>
        <p:txBody>
          <a:bodyPr lIns="16073" tIns="16073" rIns="16073" bIns="16073" anchor="b"/>
          <a:lstStyle>
            <a:lvl1pPr algn="ctr" defTabSz="584200">
              <a:defRPr sz="16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8716119" y="6032339"/>
            <a:ext cx="6951762" cy="2612254"/>
          </a:xfrm>
          <a:prstGeom prst="rect">
            <a:avLst/>
          </a:prstGeom>
        </p:spPr>
        <p:txBody>
          <a:bodyPr lIns="16073" tIns="16073" rIns="16073" bIns="16073" numCol="2" spcCol="347588">
            <a:normAutofit/>
          </a:bodyPr>
          <a:lstStyle>
            <a:lvl1pPr marL="558800" indent="-558800" defTabSz="2438339">
              <a:lnSpc>
                <a:spcPct val="90000"/>
              </a:lnSpc>
              <a:spcBef>
                <a:spcPts val="4500"/>
              </a:spcBef>
              <a:buSzPct val="123000"/>
              <a:defRPr sz="4400"/>
            </a:lvl1pPr>
            <a:lvl2pPr marL="1168400" indent="-558800" defTabSz="2438339">
              <a:lnSpc>
                <a:spcPct val="90000"/>
              </a:lnSpc>
              <a:spcBef>
                <a:spcPts val="4500"/>
              </a:spcBef>
              <a:buSzPct val="123000"/>
              <a:defRPr sz="4400"/>
            </a:lvl2pPr>
            <a:lvl3pPr marL="1778000" indent="-558800" defTabSz="2438339">
              <a:lnSpc>
                <a:spcPct val="90000"/>
              </a:lnSpc>
              <a:spcBef>
                <a:spcPts val="4500"/>
              </a:spcBef>
              <a:buSzPct val="123000"/>
              <a:defRPr sz="4400"/>
            </a:lvl3pPr>
            <a:lvl4pPr marL="2387600" indent="-558800" defTabSz="2438339">
              <a:lnSpc>
                <a:spcPct val="90000"/>
              </a:lnSpc>
              <a:spcBef>
                <a:spcPts val="4500"/>
              </a:spcBef>
              <a:buSzPct val="123000"/>
              <a:defRPr sz="4400"/>
            </a:lvl4pPr>
            <a:lvl5pPr marL="2997200" indent="-558800" defTabSz="2438339">
              <a:lnSpc>
                <a:spcPct val="90000"/>
              </a:lnSpc>
              <a:spcBef>
                <a:spcPts val="4500"/>
              </a:spcBef>
              <a:buSzPct val="123000"/>
              <a:defRPr sz="4400"/>
            </a:lvl5pPr>
          </a:lstStyle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54619" y="8690464"/>
            <a:ext cx="270807" cy="255059"/>
          </a:xfrm>
          <a:prstGeom prst="rect">
            <a:avLst/>
          </a:prstGeom>
        </p:spPr>
        <p:txBody>
          <a:bodyPr lIns="16073" tIns="16073" rIns="16073" bIns="16073" anchor="b"/>
          <a:lstStyle>
            <a:lvl1pPr algn="ctr" defTabSz="584200">
              <a:defRPr sz="16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8716119" y="5438905"/>
            <a:ext cx="3094137" cy="295771"/>
          </a:xfrm>
          <a:prstGeom prst="rect">
            <a:avLst/>
          </a:prstGeom>
        </p:spPr>
        <p:txBody>
          <a:bodyPr lIns="14466" tIns="14466" rIns="14466" bIns="14466">
            <a:normAutofit/>
          </a:bodyPr>
          <a:lstStyle>
            <a:lvl1pPr marL="0" indent="0" defTabSz="330200">
              <a:spcBef>
                <a:spcPts val="0"/>
              </a:spcBef>
              <a:buSzTx/>
              <a:buNone/>
              <a:defRPr sz="2160" b="1"/>
            </a:lvl1pPr>
          </a:lstStyle>
          <a:p>
            <a:r>
              <a:t>Slide Subtitle</a:t>
            </a:r>
          </a:p>
        </p:txBody>
      </p:sp>
      <p:sp>
        <p:nvSpPr>
          <p:cNvPr id="61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8716119" y="6032339"/>
            <a:ext cx="3094137" cy="2612450"/>
          </a:xfrm>
          <a:prstGeom prst="rect">
            <a:avLst/>
          </a:prstGeom>
        </p:spPr>
        <p:txBody>
          <a:bodyPr lIns="16073" tIns="16073" rIns="16073" bIns="16073">
            <a:normAutofit/>
          </a:bodyPr>
          <a:lstStyle>
            <a:lvl1pPr marL="558800" indent="-558800" defTabSz="2438339">
              <a:lnSpc>
                <a:spcPct val="90000"/>
              </a:lnSpc>
              <a:spcBef>
                <a:spcPts val="4500"/>
              </a:spcBef>
              <a:buSzPct val="123000"/>
              <a:defRPr sz="4400"/>
            </a:lvl1pPr>
            <a:lvl2pPr marL="1168400" indent="-558800" defTabSz="2438339">
              <a:lnSpc>
                <a:spcPct val="90000"/>
              </a:lnSpc>
              <a:spcBef>
                <a:spcPts val="4500"/>
              </a:spcBef>
              <a:buSzPct val="123000"/>
              <a:defRPr sz="4400"/>
            </a:lvl2pPr>
            <a:lvl3pPr marL="1778000" indent="-558800" defTabSz="2438339">
              <a:lnSpc>
                <a:spcPct val="90000"/>
              </a:lnSpc>
              <a:spcBef>
                <a:spcPts val="4500"/>
              </a:spcBef>
              <a:buSzPct val="123000"/>
              <a:defRPr sz="4400"/>
            </a:lvl3pPr>
            <a:lvl4pPr marL="2387600" indent="-558800" defTabSz="2438339">
              <a:lnSpc>
                <a:spcPct val="90000"/>
              </a:lnSpc>
              <a:spcBef>
                <a:spcPts val="4500"/>
              </a:spcBef>
              <a:buSzPct val="123000"/>
              <a:defRPr sz="4400"/>
            </a:lvl4pPr>
            <a:lvl5pPr marL="2997200" indent="-558800" defTabSz="2438339">
              <a:lnSpc>
                <a:spcPct val="90000"/>
              </a:lnSpc>
              <a:spcBef>
                <a:spcPts val="4500"/>
              </a:spcBef>
              <a:buSzPct val="123000"/>
              <a:defRPr sz="4400"/>
            </a:lvl5pPr>
          </a:lstStyle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2" name="660384004_1290x1720.jpg"/>
          <p:cNvSpPr>
            <a:spLocks noGrp="1"/>
          </p:cNvSpPr>
          <p:nvPr>
            <p:ph type="pic" sz="quarter" idx="22"/>
          </p:nvPr>
        </p:nvSpPr>
        <p:spPr>
          <a:xfrm>
            <a:off x="12192000" y="4559224"/>
            <a:ext cx="3454167" cy="4605557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6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8716119" y="5029646"/>
            <a:ext cx="3094137" cy="454076"/>
          </a:xfrm>
          <a:prstGeom prst="rect">
            <a:avLst/>
          </a:prstGeom>
        </p:spPr>
        <p:txBody>
          <a:bodyPr lIns="16073" tIns="16073" rIns="16073" bIns="16073" anchor="t">
            <a:normAutofit/>
          </a:bodyPr>
          <a:lstStyle>
            <a:lvl1pPr defTabSz="2438339">
              <a:lnSpc>
                <a:spcPct val="80000"/>
              </a:lnSpc>
              <a:defRPr sz="8200" b="1" spc="-164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Slide Title</a:t>
            </a:r>
          </a:p>
        </p:txBody>
      </p:sp>
      <p:sp>
        <p:nvSpPr>
          <p:cNvPr id="6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54619" y="8690464"/>
            <a:ext cx="270807" cy="255059"/>
          </a:xfrm>
          <a:prstGeom prst="rect">
            <a:avLst/>
          </a:prstGeom>
        </p:spPr>
        <p:txBody>
          <a:bodyPr lIns="16073" tIns="16073" rIns="16073" bIns="16073" anchor="b"/>
          <a:lstStyle>
            <a:lvl1pPr algn="ctr" defTabSz="584200">
              <a:defRPr sz="16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8716118" y="6122640"/>
            <a:ext cx="6951764" cy="1470720"/>
          </a:xfrm>
          <a:prstGeom prst="rect">
            <a:avLst/>
          </a:prstGeom>
        </p:spPr>
        <p:txBody>
          <a:bodyPr lIns="16073" tIns="16073" rIns="16073" bIns="16073" anchor="ctr">
            <a:normAutofit/>
          </a:bodyPr>
          <a:lstStyle>
            <a:lvl1pPr defTabSz="2438339">
              <a:lnSpc>
                <a:spcPct val="80000"/>
              </a:lnSpc>
              <a:defRPr sz="11400" spc="-228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Section Title</a:t>
            </a:r>
          </a:p>
        </p:txBody>
      </p:sp>
      <p:sp>
        <p:nvSpPr>
          <p:cNvPr id="7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54619" y="8691804"/>
            <a:ext cx="270807" cy="255058"/>
          </a:xfrm>
          <a:prstGeom prst="rect">
            <a:avLst/>
          </a:prstGeom>
        </p:spPr>
        <p:txBody>
          <a:bodyPr lIns="16073" tIns="16073" rIns="16073" bIns="16073" anchor="b"/>
          <a:lstStyle>
            <a:lvl1pPr algn="ctr" defTabSz="584200">
              <a:defRPr sz="16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8716119" y="5029646"/>
            <a:ext cx="6951762" cy="454028"/>
          </a:xfrm>
          <a:prstGeom prst="rect">
            <a:avLst/>
          </a:prstGeom>
        </p:spPr>
        <p:txBody>
          <a:bodyPr lIns="16073" tIns="16073" rIns="16073" bIns="16073" anchor="t">
            <a:normAutofit/>
          </a:bodyPr>
          <a:lstStyle>
            <a:lvl1pPr defTabSz="2438339">
              <a:lnSpc>
                <a:spcPct val="80000"/>
              </a:lnSpc>
              <a:defRPr sz="8200" b="1" spc="-164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Slide Title</a:t>
            </a:r>
          </a:p>
        </p:txBody>
      </p:sp>
      <p:sp>
        <p:nvSpPr>
          <p:cNvPr id="8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8716119" y="5438905"/>
            <a:ext cx="6951762" cy="295771"/>
          </a:xfrm>
          <a:prstGeom prst="rect">
            <a:avLst/>
          </a:prstGeom>
        </p:spPr>
        <p:txBody>
          <a:bodyPr lIns="14466" tIns="14466" rIns="14466" bIns="14466">
            <a:normAutofit/>
          </a:bodyPr>
          <a:lstStyle>
            <a:lvl1pPr marL="0" indent="0" defTabSz="330200">
              <a:spcBef>
                <a:spcPts val="0"/>
              </a:spcBef>
              <a:buSzTx/>
              <a:buNone/>
              <a:defRPr sz="2160" b="1"/>
            </a:lvl1pPr>
          </a:lstStyle>
          <a:p>
            <a:r>
              <a:t>Slide Subtitle</a:t>
            </a:r>
          </a:p>
        </p:txBody>
      </p:sp>
      <p:sp>
        <p:nvSpPr>
          <p:cNvPr id="8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54619" y="8690464"/>
            <a:ext cx="270807" cy="255059"/>
          </a:xfrm>
          <a:prstGeom prst="rect">
            <a:avLst/>
          </a:prstGeom>
        </p:spPr>
        <p:txBody>
          <a:bodyPr lIns="16073" tIns="16073" rIns="16073" bIns="16073" anchor="b"/>
          <a:lstStyle>
            <a:lvl1pPr algn="ctr" defTabSz="584200">
              <a:defRPr sz="16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Agenda Title"/>
          <p:cNvSpPr txBox="1">
            <a:spLocks noGrp="1"/>
          </p:cNvSpPr>
          <p:nvPr>
            <p:ph type="title" hasCustomPrompt="1"/>
          </p:nvPr>
        </p:nvSpPr>
        <p:spPr>
          <a:xfrm>
            <a:off x="8716119" y="5029646"/>
            <a:ext cx="6951762" cy="454076"/>
          </a:xfrm>
          <a:prstGeom prst="rect">
            <a:avLst/>
          </a:prstGeom>
        </p:spPr>
        <p:txBody>
          <a:bodyPr lIns="16073" tIns="16073" rIns="16073" bIns="16073" anchor="t">
            <a:normAutofit/>
          </a:bodyPr>
          <a:lstStyle>
            <a:lvl1pPr defTabSz="2438339">
              <a:lnSpc>
                <a:spcPct val="80000"/>
              </a:lnSpc>
              <a:defRPr sz="8200" b="1" spc="-164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Agenda Title</a:t>
            </a:r>
          </a:p>
        </p:txBody>
      </p:sp>
      <p:sp>
        <p:nvSpPr>
          <p:cNvPr id="89" name="Agenda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8716119" y="5438905"/>
            <a:ext cx="6951762" cy="295771"/>
          </a:xfrm>
          <a:prstGeom prst="rect">
            <a:avLst/>
          </a:prstGeom>
        </p:spPr>
        <p:txBody>
          <a:bodyPr lIns="14466" tIns="14466" rIns="14466" bIns="14466">
            <a:normAutofit/>
          </a:bodyPr>
          <a:lstStyle>
            <a:lvl1pPr marL="0" indent="0" defTabSz="330200">
              <a:spcBef>
                <a:spcPts val="0"/>
              </a:spcBef>
              <a:buSzTx/>
              <a:buNone/>
              <a:defRPr sz="2160" b="1"/>
            </a:lvl1pPr>
          </a:lstStyle>
          <a:p>
            <a:r>
              <a:t>Agenda Subtitle</a:t>
            </a:r>
          </a:p>
        </p:txBody>
      </p:sp>
      <p:sp>
        <p:nvSpPr>
          <p:cNvPr id="90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8716119" y="6032339"/>
            <a:ext cx="6951762" cy="2612254"/>
          </a:xfrm>
          <a:prstGeom prst="rect">
            <a:avLst/>
          </a:prstGeom>
        </p:spPr>
        <p:txBody>
          <a:bodyPr lIns="16073" tIns="16073" rIns="16073" bIns="16073">
            <a:normAutofit/>
          </a:bodyPr>
          <a:lstStyle>
            <a:lvl1pPr marL="0" indent="0" defTabSz="825500">
              <a:spcBef>
                <a:spcPts val="1800"/>
              </a:spcBef>
              <a:buSzTx/>
              <a:buNone/>
              <a:defRPr sz="5400" spc="-53"/>
            </a:lvl1pPr>
            <a:lvl2pPr marL="0" indent="457200" defTabSz="825500">
              <a:spcBef>
                <a:spcPts val="1800"/>
              </a:spcBef>
              <a:buSzTx/>
              <a:buNone/>
              <a:defRPr sz="5400" spc="-53"/>
            </a:lvl2pPr>
            <a:lvl3pPr marL="0" indent="914400" defTabSz="825500">
              <a:spcBef>
                <a:spcPts val="1800"/>
              </a:spcBef>
              <a:buSzTx/>
              <a:buNone/>
              <a:defRPr sz="5400" spc="-53"/>
            </a:lvl3pPr>
            <a:lvl4pPr marL="0" indent="1371600" defTabSz="825500">
              <a:spcBef>
                <a:spcPts val="1800"/>
              </a:spcBef>
              <a:buSzTx/>
              <a:buNone/>
              <a:defRPr sz="5400" spc="-53"/>
            </a:lvl4pPr>
            <a:lvl5pPr marL="0" indent="1828800" defTabSz="825500">
              <a:spcBef>
                <a:spcPts val="1800"/>
              </a:spcBef>
              <a:buSzTx/>
              <a:buNone/>
              <a:defRPr sz="5400" spc="-53"/>
            </a:lvl5pPr>
          </a:lstStyle>
          <a:p>
            <a:r>
              <a:t>Agenda Topics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9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54619" y="8690464"/>
            <a:ext cx="270807" cy="255059"/>
          </a:xfrm>
          <a:prstGeom prst="rect">
            <a:avLst/>
          </a:prstGeom>
        </p:spPr>
        <p:txBody>
          <a:bodyPr lIns="16073" tIns="16073" rIns="16073" bIns="16073" anchor="b"/>
          <a:lstStyle>
            <a:lvl1pPr algn="ctr" defTabSz="584200">
              <a:defRPr sz="16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8716119" y="6245071"/>
            <a:ext cx="6951762" cy="1225858"/>
          </a:xfrm>
          <a:prstGeom prst="rect">
            <a:avLst/>
          </a:prstGeom>
        </p:spPr>
        <p:txBody>
          <a:bodyPr lIns="16073" tIns="16073" rIns="16073" bIns="16073" anchor="ctr">
            <a:normAutofit/>
          </a:bodyPr>
          <a:lstStyle>
            <a:lvl1pPr marL="0" indent="0" algn="ctr" defTabSz="2438339">
              <a:lnSpc>
                <a:spcPct val="80000"/>
              </a:lnSpc>
              <a:spcBef>
                <a:spcPts val="0"/>
              </a:spcBef>
              <a:buSzTx/>
              <a:buNone/>
              <a:defRPr sz="11400" spc="-228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 defTabSz="2438339">
              <a:lnSpc>
                <a:spcPct val="80000"/>
              </a:lnSpc>
              <a:spcBef>
                <a:spcPts val="0"/>
              </a:spcBef>
              <a:buSzTx/>
              <a:buNone/>
              <a:defRPr sz="11400" spc="-228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 defTabSz="2438339">
              <a:lnSpc>
                <a:spcPct val="80000"/>
              </a:lnSpc>
              <a:spcBef>
                <a:spcPts val="0"/>
              </a:spcBef>
              <a:buSzTx/>
              <a:buNone/>
              <a:defRPr sz="11400" spc="-228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 defTabSz="2438339">
              <a:lnSpc>
                <a:spcPct val="80000"/>
              </a:lnSpc>
              <a:spcBef>
                <a:spcPts val="0"/>
              </a:spcBef>
              <a:buSzTx/>
              <a:buNone/>
              <a:defRPr sz="11400" spc="-228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 defTabSz="2438339">
              <a:lnSpc>
                <a:spcPct val="80000"/>
              </a:lnSpc>
              <a:spcBef>
                <a:spcPts val="0"/>
              </a:spcBef>
              <a:buSzTx/>
              <a:buNone/>
              <a:defRPr sz="11400" spc="-228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Statement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9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54619" y="8690464"/>
            <a:ext cx="270807" cy="255059"/>
          </a:xfrm>
          <a:prstGeom prst="rect">
            <a:avLst/>
          </a:prstGeom>
        </p:spPr>
        <p:txBody>
          <a:bodyPr lIns="16073" tIns="16073" rIns="16073" bIns="16073" anchor="b"/>
          <a:lstStyle>
            <a:lvl1pPr algn="ctr" defTabSz="584200">
              <a:defRPr sz="16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8716119" y="5028516"/>
            <a:ext cx="6951762" cy="2291283"/>
          </a:xfrm>
          <a:prstGeom prst="rect">
            <a:avLst/>
          </a:prstGeom>
        </p:spPr>
        <p:txBody>
          <a:bodyPr lIns="16073" tIns="16073" rIns="16073" bIns="16073" anchor="b">
            <a:normAutofit/>
          </a:bodyPr>
          <a:lstStyle>
            <a:lvl1pPr marL="0" indent="0" algn="ctr" defTabSz="2438339">
              <a:lnSpc>
                <a:spcPct val="80000"/>
              </a:lnSpc>
              <a:spcBef>
                <a:spcPts val="0"/>
              </a:spcBef>
              <a:buSzTx/>
              <a:buNone/>
              <a:defRPr sz="24800" b="1" spc="-248"/>
            </a:lvl1pPr>
            <a:lvl2pPr marL="0" indent="457200" algn="ctr" defTabSz="2438339">
              <a:lnSpc>
                <a:spcPct val="80000"/>
              </a:lnSpc>
              <a:spcBef>
                <a:spcPts val="0"/>
              </a:spcBef>
              <a:buSzTx/>
              <a:buNone/>
              <a:defRPr sz="24800" b="1" spc="-248"/>
            </a:lvl2pPr>
            <a:lvl3pPr marL="0" indent="914400" algn="ctr" defTabSz="2438339">
              <a:lnSpc>
                <a:spcPct val="80000"/>
              </a:lnSpc>
              <a:spcBef>
                <a:spcPts val="0"/>
              </a:spcBef>
              <a:buSzTx/>
              <a:buNone/>
              <a:defRPr sz="24800" b="1" spc="-248"/>
            </a:lvl3pPr>
            <a:lvl4pPr marL="0" indent="1371600" algn="ctr" defTabSz="2438339">
              <a:lnSpc>
                <a:spcPct val="80000"/>
              </a:lnSpc>
              <a:spcBef>
                <a:spcPts val="0"/>
              </a:spcBef>
              <a:buSzTx/>
              <a:buNone/>
              <a:defRPr sz="24800" b="1" spc="-248"/>
            </a:lvl4pPr>
            <a:lvl5pPr marL="0" indent="1828800" algn="ctr" defTabSz="2438339">
              <a:lnSpc>
                <a:spcPct val="80000"/>
              </a:lnSpc>
              <a:spcBef>
                <a:spcPts val="0"/>
              </a:spcBef>
              <a:buSzTx/>
              <a:buNone/>
              <a:defRPr sz="24800" b="1" spc="-248"/>
            </a:lvl5pPr>
          </a:lstStyle>
          <a:p>
            <a:r>
              <a:t>100%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07" name="Fact informa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8716119" y="7302292"/>
            <a:ext cx="6951762" cy="295771"/>
          </a:xfrm>
          <a:prstGeom prst="rect">
            <a:avLst/>
          </a:prstGeom>
        </p:spPr>
        <p:txBody>
          <a:bodyPr lIns="14466" tIns="14466" rIns="14466" bIns="14466">
            <a:normAutofit/>
          </a:bodyPr>
          <a:lstStyle>
            <a:lvl1pPr marL="0" indent="0" algn="ctr" defTabSz="330200">
              <a:spcBef>
                <a:spcPts val="0"/>
              </a:spcBef>
              <a:buSzTx/>
              <a:buNone/>
              <a:defRPr sz="2160" b="1"/>
            </a:lvl1pPr>
          </a:lstStyle>
          <a:p>
            <a:r>
              <a:t>Fact information</a:t>
            </a:r>
          </a:p>
        </p:txBody>
      </p:sp>
      <p:sp>
        <p:nvSpPr>
          <p:cNvPr id="10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54619" y="8690464"/>
            <a:ext cx="270807" cy="255059"/>
          </a:xfrm>
          <a:prstGeom prst="rect">
            <a:avLst/>
          </a:prstGeom>
        </p:spPr>
        <p:txBody>
          <a:bodyPr lIns="16073" tIns="16073" rIns="16073" bIns="16073" anchor="b"/>
          <a:lstStyle>
            <a:lvl1pPr algn="ctr" defTabSz="584200">
              <a:defRPr sz="16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Attribu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9103249" y="8065866"/>
            <a:ext cx="6391424" cy="201545"/>
          </a:xfrm>
          <a:prstGeom prst="rect">
            <a:avLst/>
          </a:prstGeom>
        </p:spPr>
        <p:txBody>
          <a:bodyPr lIns="14466" tIns="14466" rIns="14466" bIns="14466">
            <a:normAutofit/>
          </a:bodyPr>
          <a:lstStyle>
            <a:lvl1pPr marL="0" indent="0" defTabSz="330200">
              <a:spcBef>
                <a:spcPts val="0"/>
              </a:spcBef>
              <a:buSzTx/>
              <a:buNone/>
              <a:defRPr sz="1360" b="1"/>
            </a:lvl1pPr>
          </a:lstStyle>
          <a:p>
            <a:r>
              <a:t>Attribution</a:t>
            </a:r>
          </a:p>
        </p:txBody>
      </p:sp>
      <p:sp>
        <p:nvSpPr>
          <p:cNvPr id="116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8889327" y="6251088"/>
            <a:ext cx="6605346" cy="1213824"/>
          </a:xfrm>
          <a:prstGeom prst="rect">
            <a:avLst/>
          </a:prstGeom>
        </p:spPr>
        <p:txBody>
          <a:bodyPr lIns="16073" tIns="16073" rIns="16073" bIns="16073">
            <a:normAutofit/>
          </a:bodyPr>
          <a:lstStyle>
            <a:lvl1pPr marL="638923" indent="-469900" defTabSz="2438339">
              <a:lnSpc>
                <a:spcPct val="90000"/>
              </a:lnSpc>
              <a:spcBef>
                <a:spcPts val="0"/>
              </a:spcBef>
              <a:buSzTx/>
              <a:buNone/>
              <a:defRPr sz="8200" spc="-164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 defTabSz="2438339">
              <a:lnSpc>
                <a:spcPct val="90000"/>
              </a:lnSpc>
              <a:spcBef>
                <a:spcPts val="0"/>
              </a:spcBef>
              <a:buSzTx/>
              <a:buNone/>
              <a:defRPr sz="8200" spc="-164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499" defTabSz="2438339">
              <a:lnSpc>
                <a:spcPct val="90000"/>
              </a:lnSpc>
              <a:spcBef>
                <a:spcPts val="0"/>
              </a:spcBef>
              <a:buSzTx/>
              <a:buNone/>
              <a:defRPr sz="8200" spc="-164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 defTabSz="2438339">
              <a:lnSpc>
                <a:spcPct val="90000"/>
              </a:lnSpc>
              <a:spcBef>
                <a:spcPts val="0"/>
              </a:spcBef>
              <a:buSzTx/>
              <a:buNone/>
              <a:defRPr sz="8200" spc="-164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 defTabSz="2438339">
              <a:lnSpc>
                <a:spcPct val="90000"/>
              </a:lnSpc>
              <a:spcBef>
                <a:spcPts val="0"/>
              </a:spcBef>
              <a:buSzTx/>
              <a:buNone/>
              <a:defRPr sz="8200" spc="-164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“Notable Quote”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54619" y="8690464"/>
            <a:ext cx="270807" cy="255059"/>
          </a:xfrm>
          <a:prstGeom prst="rect">
            <a:avLst/>
          </a:prstGeom>
        </p:spPr>
        <p:txBody>
          <a:bodyPr lIns="16073" tIns="16073" rIns="16073" bIns="16073" anchor="b"/>
          <a:lstStyle>
            <a:lvl1pPr algn="ctr" defTabSz="584200">
              <a:defRPr sz="16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Image"/>
          <p:cNvSpPr>
            <a:spLocks noGrp="1"/>
          </p:cNvSpPr>
          <p:nvPr>
            <p:ph type="pic" sz="quarter" idx="21"/>
          </p:nvPr>
        </p:nvSpPr>
        <p:spPr>
          <a:xfrm>
            <a:off x="13321158" y="5009554"/>
            <a:ext cx="2353779" cy="1882516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25" name="Image"/>
          <p:cNvSpPr>
            <a:spLocks noGrp="1"/>
          </p:cNvSpPr>
          <p:nvPr>
            <p:ph type="pic" sz="quarter" idx="22"/>
          </p:nvPr>
        </p:nvSpPr>
        <p:spPr>
          <a:xfrm>
            <a:off x="12605891" y="5946837"/>
            <a:ext cx="3303092" cy="3844393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26" name="Image"/>
          <p:cNvSpPr>
            <a:spLocks noGrp="1"/>
          </p:cNvSpPr>
          <p:nvPr>
            <p:ph type="pic" sz="quarter" idx="23"/>
          </p:nvPr>
        </p:nvSpPr>
        <p:spPr>
          <a:xfrm>
            <a:off x="8290173" y="4844801"/>
            <a:ext cx="5256015" cy="3942012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2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54619" y="8690464"/>
            <a:ext cx="270807" cy="255059"/>
          </a:xfrm>
          <a:prstGeom prst="rect">
            <a:avLst/>
          </a:prstGeom>
        </p:spPr>
        <p:txBody>
          <a:bodyPr lIns="16073" tIns="16073" rIns="16073" bIns="16073" anchor="b"/>
          <a:lstStyle>
            <a:lvl1pPr algn="ctr" defTabSz="584200">
              <a:defRPr sz="16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Image"/>
          <p:cNvSpPr>
            <a:spLocks noGrp="1"/>
          </p:cNvSpPr>
          <p:nvPr>
            <p:ph type="pic" sz="quarter" idx="21"/>
          </p:nvPr>
        </p:nvSpPr>
        <p:spPr>
          <a:xfrm>
            <a:off x="7912447" y="2940099"/>
            <a:ext cx="8559106" cy="6847285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3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54619" y="8690464"/>
            <a:ext cx="270807" cy="255059"/>
          </a:xfrm>
          <a:prstGeom prst="rect">
            <a:avLst/>
          </a:prstGeom>
        </p:spPr>
        <p:txBody>
          <a:bodyPr lIns="16073" tIns="16073" rIns="16073" bIns="16073" anchor="b"/>
          <a:lstStyle>
            <a:lvl1pPr algn="ctr" defTabSz="584200">
              <a:defRPr sz="1600"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54619" y="8690464"/>
            <a:ext cx="270807" cy="255059"/>
          </a:xfrm>
          <a:prstGeom prst="rect">
            <a:avLst/>
          </a:prstGeom>
        </p:spPr>
        <p:txBody>
          <a:bodyPr lIns="16073" tIns="16073" rIns="16073" bIns="16073" anchor="b"/>
          <a:lstStyle>
            <a:lvl1pPr algn="ctr" defTabSz="584200">
              <a:defRPr sz="16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50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5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1154823" y="464343"/>
            <a:ext cx="16680658" cy="1964532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b"/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1154823" y="3107770"/>
            <a:ext cx="16680658" cy="9233298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228258" y="12862766"/>
            <a:ext cx="409779" cy="415875"/>
          </a:xfrm>
          <a:prstGeom prst="rect">
            <a:avLst/>
          </a:prstGeom>
          <a:ln w="3175">
            <a:miter lim="400000"/>
          </a:ln>
        </p:spPr>
        <p:txBody>
          <a:bodyPr wrap="none" lIns="71437" tIns="71437" rIns="71437" bIns="71437">
            <a:spAutoFit/>
          </a:bodyPr>
          <a:lstStyle>
            <a:lvl1pPr algn="r" defTabSz="821531">
              <a:defRPr sz="1800"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ransition spd="med"/>
  <p:txStyles>
    <p:titleStyle>
      <a:lvl1pPr marL="0" marR="0" indent="0" algn="l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1pPr>
      <a:lvl2pPr marL="0" marR="0" indent="228600" algn="l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2pPr>
      <a:lvl3pPr marL="0" marR="0" indent="457200" algn="l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3pPr>
      <a:lvl4pPr marL="0" marR="0" indent="685800" algn="l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4pPr>
      <a:lvl5pPr marL="0" marR="0" indent="914400" algn="l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5pPr>
      <a:lvl6pPr marL="0" marR="0" indent="1143000" algn="l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6pPr>
      <a:lvl7pPr marL="0" marR="0" indent="1371600" algn="l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7pPr>
      <a:lvl8pPr marL="0" marR="0" indent="1600200" algn="l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8pPr>
      <a:lvl9pPr marL="0" marR="0" indent="1828800" algn="l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9pPr>
    </p:titleStyle>
    <p:bodyStyle>
      <a:lvl1pPr marL="369276" marR="0" indent="-369276" algn="l" defTabSz="821531" latinLnBrk="0">
        <a:lnSpc>
          <a:spcPct val="100000"/>
        </a:lnSpc>
        <a:spcBef>
          <a:spcPts val="6700"/>
        </a:spcBef>
        <a:spcAft>
          <a:spcPts val="0"/>
        </a:spcAft>
        <a:buClrTx/>
        <a:buSzPct val="100000"/>
        <a:buFontTx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813776" marR="0" indent="-369276" algn="l" defTabSz="821531" latinLnBrk="0">
        <a:lnSpc>
          <a:spcPct val="100000"/>
        </a:lnSpc>
        <a:spcBef>
          <a:spcPts val="6700"/>
        </a:spcBef>
        <a:spcAft>
          <a:spcPts val="0"/>
        </a:spcAft>
        <a:buClrTx/>
        <a:buSzPct val="100000"/>
        <a:buFontTx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258276" marR="0" indent="-369276" algn="l" defTabSz="821531" latinLnBrk="0">
        <a:lnSpc>
          <a:spcPct val="100000"/>
        </a:lnSpc>
        <a:spcBef>
          <a:spcPts val="6700"/>
        </a:spcBef>
        <a:spcAft>
          <a:spcPts val="0"/>
        </a:spcAft>
        <a:buClrTx/>
        <a:buSzPct val="100000"/>
        <a:buFontTx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1702776" marR="0" indent="-369276" algn="l" defTabSz="821531" latinLnBrk="0">
        <a:lnSpc>
          <a:spcPct val="100000"/>
        </a:lnSpc>
        <a:spcBef>
          <a:spcPts val="6700"/>
        </a:spcBef>
        <a:spcAft>
          <a:spcPts val="0"/>
        </a:spcAft>
        <a:buClrTx/>
        <a:buSzPct val="100000"/>
        <a:buFontTx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2147276" marR="0" indent="-369276" algn="l" defTabSz="821531" latinLnBrk="0">
        <a:lnSpc>
          <a:spcPct val="100000"/>
        </a:lnSpc>
        <a:spcBef>
          <a:spcPts val="6700"/>
        </a:spcBef>
        <a:spcAft>
          <a:spcPts val="0"/>
        </a:spcAft>
        <a:buClrTx/>
        <a:buSzPct val="100000"/>
        <a:buFontTx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2591776" marR="0" indent="-369276" algn="l" defTabSz="821531" latinLnBrk="0">
        <a:lnSpc>
          <a:spcPct val="100000"/>
        </a:lnSpc>
        <a:spcBef>
          <a:spcPts val="6700"/>
        </a:spcBef>
        <a:spcAft>
          <a:spcPts val="0"/>
        </a:spcAft>
        <a:buClrTx/>
        <a:buSzPct val="100000"/>
        <a:buFontTx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3036276" marR="0" indent="-369276" algn="l" defTabSz="821531" latinLnBrk="0">
        <a:lnSpc>
          <a:spcPct val="100000"/>
        </a:lnSpc>
        <a:spcBef>
          <a:spcPts val="6700"/>
        </a:spcBef>
        <a:spcAft>
          <a:spcPts val="0"/>
        </a:spcAft>
        <a:buClrTx/>
        <a:buSzPct val="100000"/>
        <a:buFontTx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3480777" marR="0" indent="-369277" algn="l" defTabSz="821531" latinLnBrk="0">
        <a:lnSpc>
          <a:spcPct val="100000"/>
        </a:lnSpc>
        <a:spcBef>
          <a:spcPts val="6700"/>
        </a:spcBef>
        <a:spcAft>
          <a:spcPts val="0"/>
        </a:spcAft>
        <a:buClrTx/>
        <a:buSzPct val="100000"/>
        <a:buFontTx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3925277" marR="0" indent="-369277" algn="l" defTabSz="821531" latinLnBrk="0">
        <a:lnSpc>
          <a:spcPct val="100000"/>
        </a:lnSpc>
        <a:spcBef>
          <a:spcPts val="6700"/>
        </a:spcBef>
        <a:spcAft>
          <a:spcPts val="0"/>
        </a:spcAft>
        <a:buClrTx/>
        <a:buSzPct val="100000"/>
        <a:buFontTx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228600" algn="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457200" algn="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685800" algn="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914400" algn="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1143000" algn="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1371600" algn="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1600200" algn="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1828800" algn="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Semester 1…"/>
          <p:cNvSpPr txBox="1">
            <a:spLocks noGrp="1"/>
          </p:cNvSpPr>
          <p:nvPr>
            <p:ph type="body" sz="quarter" idx="1"/>
          </p:nvPr>
        </p:nvSpPr>
        <p:spPr>
          <a:xfrm>
            <a:off x="348601" y="9383438"/>
            <a:ext cx="4011269" cy="2309568"/>
          </a:xfrm>
          <a:prstGeom prst="rect">
            <a:avLst/>
          </a:prstGeom>
        </p:spPr>
        <p:txBody>
          <a:bodyPr/>
          <a:lstStyle/>
          <a:p>
            <a:pPr algn="ctr"/>
            <a:r>
              <a:rPr dirty="0"/>
              <a:t>Semester 1</a:t>
            </a:r>
          </a:p>
          <a:p>
            <a:pPr algn="ctr"/>
            <a:r>
              <a:rPr dirty="0"/>
              <a:t> 202</a:t>
            </a:r>
            <a:r>
              <a:rPr lang="en-IE" dirty="0"/>
              <a:t>6</a:t>
            </a:r>
            <a:endParaRPr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02CB293-97B1-D423-9531-B1FE9BBFE911}"/>
              </a:ext>
            </a:extLst>
          </p:cNvPr>
          <p:cNvSpPr/>
          <p:nvPr/>
        </p:nvSpPr>
        <p:spPr>
          <a:xfrm>
            <a:off x="17423027" y="3818238"/>
            <a:ext cx="1569308" cy="864973"/>
          </a:xfrm>
          <a:prstGeom prst="roundRect">
            <a:avLst/>
          </a:prstGeom>
          <a:noFill/>
          <a:ln w="57150" cap="flat">
            <a:solidFill>
              <a:schemeClr val="accent3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6073" tIns="16073" rIns="16073" bIns="16073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E" sz="3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E3B69BD-ADDE-752C-6E03-4216834A2D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293" y="3921465"/>
            <a:ext cx="3839729" cy="383972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85A718F-CACB-D288-ACF9-A69EA185E0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0163" y="2353042"/>
            <a:ext cx="2907585" cy="425530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EC8ECCA-F364-AD67-6D92-39D252B0D3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9270" y="7324896"/>
            <a:ext cx="2935039" cy="436811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11DF2CA-753E-5F80-8A23-CDBD5D81AE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4889" y="1071722"/>
            <a:ext cx="12275105" cy="11668094"/>
          </a:xfrm>
          <a:prstGeom prst="rect">
            <a:avLst/>
          </a:prstGeom>
        </p:spPr>
      </p:pic>
      <p:sp>
        <p:nvSpPr>
          <p:cNvPr id="168" name="Arrow"/>
          <p:cNvSpPr/>
          <p:nvPr/>
        </p:nvSpPr>
        <p:spPr>
          <a:xfrm>
            <a:off x="19207546" y="2540686"/>
            <a:ext cx="2093028" cy="8649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371" y="14256"/>
                </a:moveTo>
                <a:lnTo>
                  <a:pt x="14371" y="21600"/>
                </a:lnTo>
                <a:lnTo>
                  <a:pt x="0" y="10800"/>
                </a:lnTo>
                <a:lnTo>
                  <a:pt x="14371" y="0"/>
                </a:lnTo>
                <a:lnTo>
                  <a:pt x="14371" y="7344"/>
                </a:lnTo>
                <a:lnTo>
                  <a:pt x="21600" y="7344"/>
                </a:lnTo>
                <a:lnTo>
                  <a:pt x="21600" y="14256"/>
                </a:lnTo>
                <a:close/>
              </a:path>
            </a:pathLst>
          </a:custGeom>
          <a:solidFill>
            <a:schemeClr val="accent3">
              <a:hueOff val="362282"/>
              <a:satOff val="31803"/>
              <a:lumOff val="-18242"/>
            </a:schemeClr>
          </a:solidFill>
          <a:ln w="3175">
            <a:miter lim="400000"/>
          </a:ln>
        </p:spPr>
        <p:txBody>
          <a:bodyPr lIns="16073" tIns="16073" rIns="16073" bIns="16073" anchor="ctr"/>
          <a:lstStyle/>
          <a:p>
            <a:pPr defTabSz="825500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CF82EC1-AC3E-7211-152F-9430DAD483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455657" y="1673851"/>
            <a:ext cx="1886047" cy="2806844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Weekly Webinar Schedule"/>
          <p:cNvSpPr txBox="1">
            <a:spLocks noGrp="1"/>
          </p:cNvSpPr>
          <p:nvPr>
            <p:ph type="title"/>
          </p:nvPr>
        </p:nvSpPr>
        <p:spPr>
          <a:xfrm>
            <a:off x="2480774" y="-636870"/>
            <a:ext cx="16680657" cy="1964533"/>
          </a:xfrm>
          <a:prstGeom prst="rect">
            <a:avLst/>
          </a:prstGeom>
        </p:spPr>
        <p:txBody>
          <a:bodyPr/>
          <a:lstStyle/>
          <a:p>
            <a:r>
              <a:t>Weekly Webinar Schedule</a:t>
            </a:r>
          </a:p>
        </p:txBody>
      </p:sp>
      <p:sp>
        <p:nvSpPr>
          <p:cNvPr id="17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355359" y="12862766"/>
            <a:ext cx="282678" cy="41587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</a:t>
            </a:fld>
            <a:endParaRPr/>
          </a:p>
        </p:txBody>
      </p:sp>
      <p:sp>
        <p:nvSpPr>
          <p:cNvPr id="178" name="Rectangle"/>
          <p:cNvSpPr/>
          <p:nvPr/>
        </p:nvSpPr>
        <p:spPr>
          <a:xfrm>
            <a:off x="21060334" y="6695419"/>
            <a:ext cx="1816070" cy="1964532"/>
          </a:xfrm>
          <a:prstGeom prst="rect">
            <a:avLst/>
          </a:prstGeom>
          <a:solidFill>
            <a:srgbClr val="FFFFFF"/>
          </a:solidFill>
          <a:ln w="3175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50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A936532-8B16-239C-F945-8A2DA4B7F7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113" y="1945374"/>
            <a:ext cx="21498000" cy="9126279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16073" tIns="16073" rIns="16073" bIns="16073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3175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16073" tIns="16073" rIns="16073" bIns="16073" numCol="1" spcCol="38100" rtlCol="0" anchor="ctr">
        <a:spAutoFit/>
      </a:bodyPr>
      <a:lstStyle>
        <a:defPPr marL="0" marR="0" indent="0" algn="ctr" defTabSz="2438339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0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16073" tIns="16073" rIns="16073" bIns="16073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3175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16073" tIns="16073" rIns="16073" bIns="16073" numCol="1" spcCol="38100" rtlCol="0" anchor="ctr">
        <a:spAutoFit/>
      </a:bodyPr>
      <a:lstStyle>
        <a:defPPr marL="0" marR="0" indent="0" algn="ctr" defTabSz="2438339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0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</Words>
  <Application>Microsoft Office PowerPoint</Application>
  <PresentationFormat>Custom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Helvetica Neue</vt:lpstr>
      <vt:lpstr>Helvetica Neue Light</vt:lpstr>
      <vt:lpstr>Helvetica Neue Medium</vt:lpstr>
      <vt:lpstr>21_BasicWhite</vt:lpstr>
      <vt:lpstr>PowerPoint Presentation</vt:lpstr>
      <vt:lpstr>Weekly Webinar Schedule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Frank Walsh</cp:lastModifiedBy>
  <cp:revision>8</cp:revision>
  <dcterms:modified xsi:type="dcterms:W3CDTF">2026-09-01T15:03:55Z</dcterms:modified>
</cp:coreProperties>
</file>